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RF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LifeLong WM AI Agent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RF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조서현(Data Analyst), 조호평(Data Scientist)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LifeLong WM AI Agent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지정주제 1. 개인 라이프케어 AI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통계가 불확실성을 계산하고, AI가 그것을 누구나 이해할 수 있는 말로 전달한다 — 가족이 있든 없든, 디지털에 익숙하든 아니든.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F507B-AE97-543C-09EA-F8D8E5D08465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문제 (Problem)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기존 WM 서비스는 미래를 단일 수치로만 표현합니다.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기존: "83세까지 버팁니다"  →  단일 수치로 불확실한 미래를 표현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필요: "83세 전 자산 고갈 확률은 41%입니다"  →  확률 분포로 리스크 정량화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불확실한 노후 현금흐름을 확률 분포 없이 계획하면 리스크를 과소·과대 평가합니다.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해결 대상 (Target)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은퇴 준비층 (50~64세) — 은퇴 시점·연금 전략 결정 필요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초기 고령층 (65~74세) — 자산 수명·월 지출 관리 필요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독거 후기 고령층 (75세+) — 금융사기 방어·안부 확인 필요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발생 배경 (Background)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2026년 초고령사회 진입 (65세+ 인구 비율 20%+)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독거 고령 가구 비율 25% → 보호자 없는 금융 취약 계층 급증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기존 WM: 고액 자산가·디지털 익숙 사용자 중심 → 고령층 포용 불가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KPI (해결 후 기대 변화)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Monte Carlo Coverage Probability ≥ 95%  |  이상 거래 탐지 F1-score ≥ 0.85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생존분석 C-index ≥ 0.65  |  고령층 가독성(Flesch Reading Ease) 향상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3B1F9-D3F2-5329-8A08-D8762AD85FE0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전체 서비스 구조 (4계층 파이프라인)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① 사용자 입력 (온보딩)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나이·자산·지출·연금·건강 정보 → 구간 선택 방식 제공 (정확한 숫자 몰라도 OK)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② 공개 데이터 레이어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통계청 국민생명표·가계금융복지조사 / 한국은행 ECOS API(금리·CPI) / KRX KOSPI·KOSPI200·KTB 채권지수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③ 통계 모델 레이어  ← 핵심 차별화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생존분석(Cox PH) · Monte Carlo 10,000회 · CVaR 포트폴리오 최적화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국민연금 전략 최적화 · K-means 군집 분석 · 이상 거래 탐지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④ AI Agent  —  Groq API Tool Use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llama-3.1-8b-instant — Tool 선택·실행·한국어 응답 생성 (단일 모델, 무료 API)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Rate Limit 에러 처리 / 범위 외 질문 키워드 사전 필터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⑤ Slow Banking UI (Streamlit Cloud 배포)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버튼 모드 (큰 글씨·구간 선택·팬 차트)  /  채팅 모드 (자유 대화)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핵심 차별화 포인트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기존: LLM → 텍스트 조언 (추측)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당사: 통계 모델 계산 → 확률 수치 → LLM 해석 → 자연어 전달 (근거)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F62E8-93AF-B710-4D80-CB1BA79AD5F5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6대 핵심 기능 (전체 MVP 구현 완료)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① 생애 자산 수명 시뮬레이션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Monte Carlo 10,000회 × 생존분석(수명 분포) 결합 → 고갈 확률 + P10/P50/P90 팬 차트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② 개인화 생존 분석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2024 국민생명표 + Cox PH 위험비(성별·흡연·만성질환·BMI 반영) → 개인 수명 분포 S(t)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③ 국민연금 최적 수령 전략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조기(60세)·정시(65세)·연기(70세) 시나리오 비교 → 총 수령액·손익분기 연령·NPV 권고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④ CVaR 포트폴리오 최적화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KOSPI·KTB 실 수익률 기반 CVaR 최소화 (cvxpy) → 리스크 허용도별 최적 자산 배분 비율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⑤ 또래 재무 상태 비교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통계청 가계금융복지조사 K-means 군집 → 동일 군집 내 퍼센타일 + 상위 30% 행동 패턴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⑥ 이상 거래 탐지 (Layer 1 — 금융사기·보이스피싱 방어)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Z-score + IQR + Isolation Forest + CUSUM 앙상블 (비지도) → 실시간 이상도 점수(0~100)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3CA2B-7F81-268B-9F89-96F81CA76BDD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활용 데이터 (전부 한국 공개 데이터)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통계청 2024 국민생명표 → 생존 분석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통계청 가계금융복지조사 마이크로데이터 → K-means 군집 분석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통계청 가계동향조사 (2025년 1~3분기·연간) → 소비 패턴 Prior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한국은행 ECOS API (금리·CPI 시계열) → Monte Carlo 파라미터 추정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KRX KOSPI·KOSPI200·KTB 채권지수 수익률 → CVaR 포트폴리오 최적화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(합성 데이터) 거래 내역 시뮬레이션 → 이상 탐지 기저선 학습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기술 스택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통계 모델:  lifelines · scipy · numpy · cvxpy · scikit-learn · statsmodels · ruptures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AI Agent:  Groq API (llama-3.1-8b-instant, 무료 500K TPD) — Tool Use + 한국어 생성 단일 모델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UI·시각화:  Streamlit (Cloud 배포) · Plotly (팬 차트)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데이터 처리:  pandas · xlrd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기술적 제약 및 해결 전략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실 거래 데이터 부재 → 통계청 공개 데이터 + 합성 데이터 생성으로 대체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LLM API 비용 → Groq 무료 API (500K TPD, 설치 불필요, Cloud 배포 가능)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Rate Limit 대응 → try/except로 429 에러 포착 후 한국어 안내 메시지 반환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고령층 UI 접근성 → Slow Banking UI (구간 선택, 큰 글씨, 고대비)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DF22-ED3F-743F-2090-BF83570103E1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주요 사용자 — 박○○ (가명) | 68세 여성 | 독거 | 자산 약 2억 | 월 지출 150만원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1   앱 실행 → "버튼 모드" 선택 (큰 글씨·단순 UI)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2   온보딩 6단계 (구간 선택 방식)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나이: 68세  /  자산: 1억~3억 선택  /  지출: 150~200만원 선택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연금: 50~100만원 선택  /  수령 시작: 65세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3   "내 자산 얼마나 버티나요?" 버튼 클릭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Monte Carlo 10,000회 + 생존분석 결합 실행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"85세 전 돈이 바닥날 확률은 34%예요. 중간값으로는 91세까지 버팁니다." + 팬 차트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4   "연금 언제 받는 게 좋을까요?" 버튼 클릭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조기·정시·연기 시나리오 비교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"68세부터 받으시면 월 108만원으로 늘어요. 손익분기 연령은 77세예요."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5   이상 거래 자동 감지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낯선 계좌 3회 연속 이체 탐지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"보이스피싱 의심 거래입니다. 신뢰하는 분께 먼저 확인해 보세요."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B945E-9ECE-D3DA-6C68-E94316447AE9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정량 기대 효과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Monte Carlo Coverage Probability   ≥ 95%    (불확실성 구간 신뢰도)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생존분석 C-index                   ≥ 0.65   (랜덤 0.5 대비 개선)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이상 거래 탐지 F1-score             ≥ 0.85   (Recall 우선)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군집 분석 Silhouette Score          ≥ 0.40   (군집 품질)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정성 기대 효과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"확률"로 표현된 리스크 → 사용자의 구체적 행동 변화 (지출 절감, 수령 시기 조정)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디지털 리터러시 무관 접근 → 버튼 모드·구간 선택으로 누구나 사용 가능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가족 없는 독거 고령층도 AI가 보호자 역할 (이상 거래 즉시 경보)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향후 확장성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JB금융그룹 실 거래 데이터 연동 → 이상 탐지 정확도 대폭 향상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음성 UI (Whisper STT + gTTS) → 75세+ 스마트폰 미숙 층 포용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신뢰 연락처 알림 시스템 → 독거 고령층 안부 확인 서비스화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소비·생활 패턴 이상 탐지 (Layer 2·3) 고도화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Groq API → Claude API 전환 (본선) → Tool 정확도·한국어 품질 향상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